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2873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🌍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Capitals Climate Dashboard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Engineering Pipeline  ·  30 World Capitals  ·  Live Weather Intelligence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8412480" cy="0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3017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Vineeth Thalapaneni  </a:t>
            </a:r>
            <a:r>
              <a:rPr lang="en-US" sz="1300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300" b="1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5589097  </a:t>
            </a:r>
            <a:r>
              <a:rPr lang="en-US" sz="1300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300" b="1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Course: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692 Pipeline to Insights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7490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3794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" y="4343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Capitals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37490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23160" y="3794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23160" y="4343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Forecast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37490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80560" y="3794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80560" y="4343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Checks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37960" y="37490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37960" y="3794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35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537960" y="4343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APIs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unified 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data for world capitals is scattered across dozens of sources with no single dashboard to compare them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✈️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18872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decisions are hard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429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Travellers and businesses have no automated tool to compare conditions across cities and get a clear travel recommendation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57784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 is not actionable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APIs return raw JSON numbers that mean nothing without transformation, scoring, and visualisation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pipelines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3429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automated ETL exists to fetch, clean, validate, store, and display live global weather data in one place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🌐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1325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Countries API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737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restcountries.com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3566160" cy="0"/>
          </a:xfrm>
          <a:prstGeom prst="line">
            <a:avLst/>
          </a:prstGeom>
          <a:noFill/>
          <a:ln w="1270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region classification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334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languages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9809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city confirmation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3284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API key required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675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rate limits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14300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⛅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715000" y="1325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Open-Meteo API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0" y="1737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open-meteo.com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83480" y="2148840"/>
            <a:ext cx="3566160" cy="0"/>
          </a:xfrm>
          <a:prstGeom prst="line">
            <a:avLst/>
          </a:prstGeom>
          <a:noFill/>
          <a:ln w="1270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hourly forecast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6334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/ low / feels like temp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29809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 probability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3284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condition codes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675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Sunrise / sunset times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APIs are free, require no authentication, and support 30 cities without rate limits.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508760" cy="3200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508760" cy="3200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1762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578608"/>
            <a:ext cx="1234440" cy="0"/>
          </a:xfrm>
          <a:prstGeom prst="line">
            <a:avLst/>
          </a:prstGeom>
          <a:noFill/>
          <a:ln w="1270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Countries 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Cities · Retry logic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74520" y="2743200"/>
            <a:ext cx="210312" cy="0"/>
          </a:xfrm>
          <a:prstGeom prst="line">
            <a:avLst/>
          </a:prstGeom>
          <a:noFill/>
          <a:ln w="19050">
            <a:solidFill>
              <a:srgbClr val="7A9A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84832" y="1143000"/>
            <a:ext cx="1508760" cy="3200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84832" y="1143000"/>
            <a:ext cx="1508760" cy="32004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84832" y="1508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084832" y="21762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35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21992" y="2578608"/>
            <a:ext cx="1234440" cy="0"/>
          </a:xfrm>
          <a:prstGeom prst="line">
            <a:avLst/>
          </a:prstGeom>
          <a:noFill/>
          <a:ln w="1270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76272" y="265176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nulls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metrics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score calc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93592" y="2743200"/>
            <a:ext cx="210312" cy="0"/>
          </a:xfrm>
          <a:prstGeom prst="line">
            <a:avLst/>
          </a:prstGeom>
          <a:noFill/>
          <a:ln w="19050">
            <a:solidFill>
              <a:srgbClr val="7A9A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03904" y="1143000"/>
            <a:ext cx="1508760" cy="3200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03904" y="1143000"/>
            <a:ext cx="1508760" cy="3200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03904" y="1508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803904" y="21762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41064" y="2578608"/>
            <a:ext cx="1234440" cy="0"/>
          </a:xfrm>
          <a:prstGeom prst="line">
            <a:avLst/>
          </a:prstGeom>
          <a:noFill/>
          <a:ln w="1270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95344" y="265176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quality checks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 + post load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results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12664" y="2743200"/>
            <a:ext cx="210312" cy="0"/>
          </a:xfrm>
          <a:prstGeom prst="line">
            <a:avLst/>
          </a:prstGeom>
          <a:noFill/>
          <a:ln w="19050">
            <a:solidFill>
              <a:srgbClr val="7A9A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22976" y="1143000"/>
            <a:ext cx="1508760" cy="3200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522976" y="1143000"/>
            <a:ext cx="1508760" cy="3200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22976" y="1508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522976" y="21762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34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0136" y="2578608"/>
            <a:ext cx="1234440" cy="0"/>
          </a:xfrm>
          <a:prstGeom prst="line">
            <a:avLst/>
          </a:prstGeom>
          <a:noFill/>
          <a:ln w="1270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14416" y="265176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database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every run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31736" y="2743200"/>
            <a:ext cx="210312" cy="0"/>
          </a:xfrm>
          <a:prstGeom prst="line">
            <a:avLst/>
          </a:prstGeom>
          <a:noFill/>
          <a:ln w="19050">
            <a:solidFill>
              <a:srgbClr val="7A9A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242048" y="1143000"/>
            <a:ext cx="1508760" cy="3200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242048" y="1143000"/>
            <a:ext cx="1508760" cy="3200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42048" y="1508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7242048" y="21762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79208" y="2578608"/>
            <a:ext cx="1234440" cy="0"/>
          </a:xfrm>
          <a:prstGeom prst="line">
            <a:avLst/>
          </a:prstGeom>
          <a:noFill/>
          <a:ln w="1270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333488" y="265176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 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cities · 5 charts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4805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4544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file: mega_etl.py  ·  Runs in ~30 seconds  ·  Delete-and-reload strategy for data freshness  ·  Logs to logs/mega_pipeline.log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4747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mega_city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3474720" cy="329184"/>
          </a:xfrm>
          <a:prstGeom prst="rect">
            <a:avLst/>
          </a:prstGeom>
          <a:solidFill>
            <a:srgbClr val="FFF3CD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city_id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1572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 PK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92808"/>
            <a:ext cx="3474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911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9110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31136"/>
            <a:ext cx="34747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249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2249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69464"/>
            <a:ext cx="3474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587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2587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07792"/>
            <a:ext cx="34747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timezone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1460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246120"/>
            <a:ext cx="3474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264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latitude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14600" y="32644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84448"/>
            <a:ext cx="34747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6027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14600" y="36027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922776"/>
            <a:ext cx="3474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3941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14600" y="39410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40480" y="2834640"/>
            <a:ext cx="1371600" cy="0"/>
          </a:xfrm>
          <a:prstGeom prst="line">
            <a:avLst/>
          </a:prstGeom>
          <a:noFill/>
          <a:ln w="254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</a:rPr>
              <a:t>1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206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</a:rPr>
              <a:t>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70332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city_id FK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03520" y="1143000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303520" y="1143000"/>
            <a:ext cx="34747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303520" y="1143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mega_forecast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303520" y="1554480"/>
            <a:ext cx="3474720" cy="310896"/>
          </a:xfrm>
          <a:prstGeom prst="rect">
            <a:avLst/>
          </a:prstGeom>
          <a:solidFill>
            <a:srgbClr val="FFF3CD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440680" y="15727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forecast_id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543800" y="15727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 PK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03520" y="1874520"/>
            <a:ext cx="3474720" cy="310896"/>
          </a:xfrm>
          <a:prstGeom prst="rect">
            <a:avLst/>
          </a:prstGeom>
          <a:solidFill>
            <a:srgbClr val="E8F4FD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40680" y="1892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city_id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543800" y="1892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 FK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303520" y="2194560"/>
            <a:ext cx="3474720" cy="310896"/>
          </a:xfrm>
          <a:prstGeom prst="rect">
            <a:avLst/>
          </a:prstGeom>
          <a:solidFill>
            <a:srgbClr val="F8F9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440680" y="22128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543800" y="2212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03520" y="2514600"/>
            <a:ext cx="3474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440680" y="2532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high_c / low_c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543800" y="25328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303520" y="2834640"/>
            <a:ext cx="3474720" cy="310896"/>
          </a:xfrm>
          <a:prstGeom prst="rect">
            <a:avLst/>
          </a:prstGeom>
          <a:solidFill>
            <a:srgbClr val="F8F9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440680" y="2852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feels_like_c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543800" y="28529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303520" y="3154680"/>
            <a:ext cx="3474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440680" y="31729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rain_probability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543800" y="3172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303520" y="3474720"/>
            <a:ext cx="3474720" cy="310896"/>
          </a:xfrm>
          <a:prstGeom prst="rect">
            <a:avLst/>
          </a:prstGeom>
          <a:solidFill>
            <a:srgbClr val="F8F9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440680" y="34930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weather_condition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543800" y="34930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303520" y="3794760"/>
            <a:ext cx="3474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440680" y="38130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/ day_length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543800" y="38130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03520" y="4114800"/>
            <a:ext cx="3474720" cy="310896"/>
          </a:xfrm>
          <a:prstGeom prst="rect">
            <a:avLst/>
          </a:prstGeom>
          <a:solidFill>
            <a:srgbClr val="F8F9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440680" y="41330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climate_risk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543800" y="4133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03520" y="4434840"/>
            <a:ext cx="3474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440680" y="44531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travel_recommendation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543800" y="4453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303520" y="4754880"/>
            <a:ext cx="3474720" cy="310896"/>
          </a:xfrm>
          <a:prstGeom prst="rect">
            <a:avLst/>
          </a:prstGeom>
          <a:solidFill>
            <a:srgbClr val="F8F9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440680" y="4773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travel_score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543800" y="4773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Pipeline &amp; Validation Framework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Highlights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Delete-and-reload data freshness strategy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12264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15798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1579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 retry logic on every API call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24328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6700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6700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overrides for API misclassifications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36392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1821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3182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score formula: temp + rain + condition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48456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6941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36941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logging to terminal and log file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to SQLite database and CSV simultaneously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Validation Checks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16002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1664208"/>
            <a:ext cx="384048" cy="38404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21808" y="1645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 Value Check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21808" y="18836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fields not empty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221992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2286000"/>
            <a:ext cx="384048" cy="38404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21808" y="22677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Detection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21808" y="25054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repeat city + date pairs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843784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2907792"/>
            <a:ext cx="384048" cy="38404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21808" y="28895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Range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21808" y="31272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-60 to 60°C bounds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465576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46320" y="3529584"/>
            <a:ext cx="384048" cy="38404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4632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21808" y="35112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Count Verification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21808" y="3749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210 rows (30×7)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408736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46320" y="4151376"/>
            <a:ext cx="384048" cy="38404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4632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21808" y="4133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Referential Integrity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321808" y="43708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FK matches PK in mega_city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0604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Map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city markers colored by region. Click any city to reveal full profile.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06040" cy="25603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508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🏙️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91840" y="2011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Profile Panel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30428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Flag, weather, attractions, travel score, climate risk — shown on click.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0604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0" y="1508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26480" y="2011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7-Day Forecast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30428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forecast table with color-coded travel recommendations per day.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2606040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337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Lollipop Chart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13308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30 cities ranked by today's travel score. Color = region.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30175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0" y="3017520"/>
            <a:ext cx="260604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0" y="3337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🌡️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291840" y="3840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Feels Like Chart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413308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+ line combo showing actual high vs feels like temperature.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30175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35040" y="3017520"/>
            <a:ext cx="2606040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35040" y="3337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🕯️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126480" y="3840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Candlestick Chart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26480" y="413308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weather like a stock chart. Body = temp range. Color = travel recommendation.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Plotly Dash · SQLAlchemy · SQLite · Python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64592" cy="1508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🌡️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Extreme Heat Alert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</a:t>
            </a:r>
            <a:r>
              <a:rPr lang="en-US" sz="11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 above 40°C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057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Riyadh, Doha and New Delhi consistently show extreme heat risk requiring travel warnings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164592" cy="15087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🌧️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444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Rainy Season Impact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8–10 </a:t>
            </a:r>
            <a:r>
              <a:rPr lang="en-US" sz="11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 with 70%+ rain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794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 Asian and tropical capitals show persistent heavy rain making them poor travel choices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164592" cy="15087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✈️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62356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Travel Destinations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2356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</a:t>
            </a:r>
            <a:r>
              <a:rPr lang="en-US" sz="11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 score 9–10/10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623560" y="2057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and North American capitals like Moscow, Rome, and Ottawa score highest this season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2926080"/>
            <a:ext cx="164592" cy="150876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62356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Gap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2356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25°C+ </a:t>
            </a:r>
            <a:r>
              <a:rPr lang="en-US" sz="11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 like vs actual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23560" y="3794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humid cities like Jakarta and Bangkok feel significantly hotter than their actual temperature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Lessons Learned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Countries API misclassified regions for Lagos, Colombo, and Ulaanbaatar — fixed with hardcoded overrides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219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 deprecated titlefont= in newer versions — replaced with title=dict(text=..., font=dict(...))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52344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816352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79806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axis showed 2006 instead of 2026 — fixed by setting xaxis type to category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392424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37413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 tab callbacks caused ID not found errors — fixed with suppress_callback_exceptions=True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904488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968496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950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3.14 incompatibility with older pandas builds — resolved by removing pinned versions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54880" y="1600200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46320" y="1664208"/>
            <a:ext cx="274320" cy="27432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ORM makes database code reusable — one line to switch from SQLite to PostgreSQL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176272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2240280"/>
            <a:ext cx="274320" cy="27432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22219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Delete-and-reload is simpler and more reliable than upsert for daily weather data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752344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2816352"/>
            <a:ext cx="274320" cy="27432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279806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code structure makes debugging much faster than a single monolithic script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328416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46320" y="3392424"/>
            <a:ext cx="274320" cy="27432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46320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12080" y="337413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Pre-validating data before loading catches API issues before they corrupt the database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904488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846320" y="3968496"/>
            <a:ext cx="274320" cy="27432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4632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12080" y="3950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a mockup before writing code saves time and avoids rebuilding the UI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🌍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365760" y="15087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Capitals Climate Dashboard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8412480" cy="0"/>
          </a:xfrm>
          <a:prstGeom prst="line">
            <a:avLst/>
          </a:prstGeom>
          <a:noFill/>
          <a:ln w="190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3017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</a:t>
            </a:r>
            <a:r>
              <a:rPr lang="en-US" sz="12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 </a:t>
            </a:r>
            <a:r>
              <a:rPr lang="en-US" sz="12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SQLAlchemy · Plotly Dash · SQLite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3649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</a:t>
            </a:r>
            <a:r>
              <a:rPr lang="en-US" sz="12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 </a:t>
            </a:r>
            <a:r>
              <a:rPr lang="en-US" sz="12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Countries · Open-Meteo (both free)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71246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</a:t>
            </a:r>
            <a:r>
              <a:rPr lang="en-US" sz="12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 </a:t>
            </a:r>
            <a:r>
              <a:rPr lang="en-US" sz="12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 · 2 tables · 210 rows per run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059936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</a:t>
            </a:r>
            <a:r>
              <a:rPr lang="en-US" sz="12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 </a:t>
            </a:r>
            <a:r>
              <a:rPr lang="en-US" sz="12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interactive charts · 30 cities · live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4074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</a:t>
            </a:r>
            <a:r>
              <a:rPr lang="en-US" sz="12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 </a:t>
            </a:r>
            <a:r>
              <a:rPr lang="en-US" sz="12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github.com/vineeththalapaneni58-hub/climate-dashboard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Vineeth Thalapaneni  ·  5589097  ·  692 Pipeline to Insights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946</Words>
  <Application>Microsoft Office PowerPoint</Application>
  <PresentationFormat>On-screen Show (16:9)</PresentationFormat>
  <Paragraphs>223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Capitals Climate Dashboard</dc:title>
  <dc:subject>PptxGenJS Presentation</dc:subject>
  <dc:creator>Vineeth Thalapaneni</dc:creator>
  <cp:lastModifiedBy>Thalapaneni, Vineeth</cp:lastModifiedBy>
  <cp:revision>1</cp:revision>
  <dcterms:created xsi:type="dcterms:W3CDTF">2026-06-10T14:45:46Z</dcterms:created>
  <dcterms:modified xsi:type="dcterms:W3CDTF">2026-06-10T22:28:08Z</dcterms:modified>
</cp:coreProperties>
</file>